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67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335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49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413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8792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708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735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842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428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1328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6082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897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66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21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2334" y="367891"/>
            <a:ext cx="4998203" cy="758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Agentic Generative AI      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85281" y="425428"/>
            <a:ext cx="5842861" cy="643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for Clinical Decision Making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92291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Opportunities, Risks &amp; Strategic Recommendations for Cotiviti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492" y="3812582"/>
            <a:ext cx="8524067" cy="104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Sivasai Atchyut Akella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CS - AI Concentration |Binghamton University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Internship Challenge – Topic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227" y="274320"/>
            <a:ext cx="8779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Clinical Decision-Making Challenge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process lab results, imaging, medication histories &amp; guidelines simultaneously under severe time pressure.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Decisions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3774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alone takes 3 to 5 days manually, delaying treatment and increasing administrative burden.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3504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 Burnout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23774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documentation consumes 2+ hours or day per physician  time taken away from direct patient care.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offers a fundamentally different approach planning, reasoning, and acting across multiple steps autonomously.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What is Agentic AI?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1600200"/>
            <a:ext cx="210312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93392" y="10058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93392" y="1005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1600200"/>
            <a:ext cx="210312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12464" y="10058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12464" y="1005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Check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21224" y="1600200"/>
            <a:ext cx="210312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31536" y="10058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2A6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31536" y="1005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Gaps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1600200"/>
            <a:ext cx="210312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50608" y="100584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50608" y="1005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377440"/>
            <a:ext cx="4572000" cy="411480"/>
          </a:xfrm>
          <a:prstGeom prst="rect">
            <a:avLst/>
          </a:prstGeom>
          <a:solidFill>
            <a:srgbClr val="E05A2B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Human-in-the-Loop Checkpoint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2400E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Standard LLM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a single prompt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 or planning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take multi-step action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Agentic AI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across multiple steps autonomously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Retrieves, reasons, and acts iteratively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based on intermediate results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Agentic AI in Healthcare: Current Landscape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Prior Authorization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 → &lt;1 hour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11556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pipelines retrieve patient history, match against payer guidelines, generate justification letters, and submit claims autonomously.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Care Gap Detection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44144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continuously monitor patient populations, identify overdue screenings, and generate outreach tasks for care coordinators.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Payment Integrity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→ Hours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767328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audit claims, flag anomalies, retrieve supporting documentation, and generate audit reports  compressing manual review cycles.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9905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Microsoft, Google &amp; AI-native startups are actively piloting these systems in major health systems as of 2025-2026.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Risks &amp; Responsible Deployment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Hallucination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confidently generate incorrect clinical info errors propagate across multiple downstream steps before human review.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17720" y="10058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Regulatory Uncertainty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frameworks for AI clinical decision support remain evolving and inconsistent across states and payer types.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HIPAA &amp; Data Privacy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require access to sensitive patient records  raising compliance requirements at every pipeline layer.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92608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Clinician Trust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0" y="35204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won't act on recommendations from systems they cannot understand or audit. Explainability is non-negotiable.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Human-in-the-loop architecture  agents surface recommendations, clinicians retain final approval authority.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Cotiviti's Strategic Opportunity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Cotiviti's Existing Strengths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 analysis at scale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HEDIS &amp; Star Ratings quality measurement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health plan client relationships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960120"/>
            <a:ext cx="4343400" cy="18288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0" y="1024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Recommended Actions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17720" y="1444752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multi-agent prior auth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care gap closure agentic workflow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payment integrity audit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at every decision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01752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days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&lt;1-hour auth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01752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gap closure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301752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uplift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Goal: Evolve from analytics provider → intelligent decision support partner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POC Demo: Agentic Clinical Decision Pipeline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Built with Python + Gemini API  3 agent pipeline simulating Cotiviti's clinical workflow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640080" cy="105156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Care Gap Detection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8470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patient record, analyzes against HEDIS guidelines, identifies 2–3 care gaps including glycemic control, UACR testing, and statin adherence.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640080" cy="105156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Drug Interaction Check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30175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medication list for a CKD Stage 3 patient  flags Metformin dosing limits, Lisinopril monitoring requirements, and NSAID contraindications.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12464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640080" cy="105156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712464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Clinical Recommendation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41879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Agent 1 &amp; 2 outputs into prioritized care coordinator actions, appointment timeline, and prior authorization flags.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4778747"/>
            <a:ext cx="4572000" cy="347472"/>
          </a:xfrm>
          <a:prstGeom prst="roundRect">
            <a:avLst>
              <a:gd name="adj" fmla="val 21053"/>
            </a:avLst>
          </a:prstGeom>
          <a:solidFill>
            <a:srgbClr val="E05A2B"/>
          </a:solidFill>
          <a:ln/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86000" y="475395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Human-in-the-Loop Approval Checkpoint before any action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078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not a future concept — it is actively being deployed in healthcare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Cotiviti's data assets and domain expertise create a rare window to lead adoption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596896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5786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authorization, care gap closure &amp; payment integrity are the highest-ROI entry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346704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3284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design is essential — agents assist, clinicians decide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09651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40782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 matters: start with 2–3 focused workflows, prove impact, then scale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Sivasai Atchyut Akella  |  MS CS AI, Binghamton University  |  sakella@binghamton.edu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68</TotalTime>
  <Words>640</Words>
  <Application>Microsoft Macintosh PowerPoint</Application>
  <PresentationFormat>On-screen Show (16:9)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Clinical Decision Making</dc:title>
  <dc:subject>PptxGenJS Presentation</dc:subject>
  <dc:creator>Sivasai Atchyut Akella</dc:creator>
  <cp:lastModifiedBy>Sivasai Atchyut Akella</cp:lastModifiedBy>
  <cp:revision>4</cp:revision>
  <dcterms:created xsi:type="dcterms:W3CDTF">2026-07-05T15:21:03Z</dcterms:created>
  <dcterms:modified xsi:type="dcterms:W3CDTF">2026-07-05T16:34:20Z</dcterms:modified>
</cp:coreProperties>
</file>